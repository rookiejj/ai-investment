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5600" b="1">
                <a:solidFill>
                  <a:srgbClr val="0D0D0D"/>
                </a:solidFill>
                <a:latin typeface="Pretendard"/>
              </a:rPr>
              <a:t>브리픽 (Briefick)
</a:t>
            </a:r>
            <a:r>
              <a:rPr sz="3600" b="1">
                <a:solidFill>
                  <a:srgbClr val="18E299"/>
                </a:solidFill>
                <a:latin typeface="Pretendard"/>
              </a:rPr>
              <a:t>카드사 심사용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Pretendard"/>
              </a:rPr>
              <a:t>매일 경제 뉴스 카카오톡 친구톡 구독 서비스 — 결제 화면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Pretendard"/>
              </a:rPr>
              <a:t>https://roysbriefing.vercel.app    ·    로이소프트    ·    사업자 737-42-01455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1. 메인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https://roysbriefing.vercel.app — 일반 인증 결제 진입점 (헤더 우측 '구독하기' 버튼)</a:t>
            </a:r>
          </a:p>
        </p:txBody>
      </p:sp>
      <p:pic>
        <p:nvPicPr>
          <p:cNvPr id="4" name="Picture 3" descr="photo_2026-04-28 15.41.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08760"/>
            <a:ext cx="10515600" cy="50277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2. 홈페이지 하단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사업자번호 · 상호 · 대표자 · 주소 · 일반전화번호 · 이메일 노출</a:t>
            </a:r>
          </a:p>
        </p:txBody>
      </p:sp>
      <p:pic>
        <p:nvPicPr>
          <p:cNvPr id="4" name="Picture 3" descr="photo_2026-04-28 15.41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08760"/>
            <a:ext cx="10515600" cy="5011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3. 결제 상품 선택 — 구독 모달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헤더 '구독하기' 클릭 → 전화번호 입력 + 광고성 정보 수신 동의 체크</a:t>
            </a:r>
          </a:p>
        </p:txBody>
      </p:sp>
      <p:pic>
        <p:nvPicPr>
          <p:cNvPr id="4" name="Picture 3" descr="photo_2026-04-28 15.41.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08760"/>
            <a:ext cx="10515600" cy="4994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4. 결제하기 — 번호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오타 방지를 위한 번호 큰 글씨 재확인 단계 · 기존 구독자에겐 연장 후 만료일 안내</a:t>
            </a:r>
          </a:p>
        </p:txBody>
      </p:sp>
      <p:pic>
        <p:nvPicPr>
          <p:cNvPr id="4" name="Picture 3" descr="photo_2026-04-28 15.41.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33" y="1508760"/>
            <a:ext cx="10501429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5. PG사 결제창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포트원 V2 + 갤럭시아머니트리 결제창 노출 (카드사 선택)</a:t>
            </a:r>
          </a:p>
        </p:txBody>
      </p:sp>
      <p:pic>
        <p:nvPicPr>
          <p:cNvPr id="4" name="Picture 3" descr="photo_2026-04-28 15.41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08760"/>
            <a:ext cx="10515600" cy="4994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6. 카드사 인증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선택된 카드사 인증/결제 화면</a:t>
            </a:r>
          </a:p>
        </p:txBody>
      </p:sp>
      <p:pic>
        <p:nvPicPr>
          <p:cNvPr id="4" name="Picture 3" descr="photo_2026-04-28 15.41.2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08760"/>
            <a:ext cx="10515600" cy="5019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7. 결제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결제 완료 후 구독 연장 안내 + 카카오 채널 친구 추가 강조</a:t>
            </a:r>
          </a:p>
        </p:txBody>
      </p:sp>
      <p:pic>
        <p:nvPicPr>
          <p:cNvPr id="4" name="Picture 3" descr="photo_2026-04-28 15.41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508760"/>
            <a:ext cx="10515600" cy="4986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Pretendard"/>
              </a:rPr>
              <a:t>참고 — 정기(빌링·구독) 결제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400">
                <a:solidFill>
                  <a:srgbClr val="666666"/>
                </a:solidFill>
                <a:latin typeface="Pretendard"/>
              </a:rPr>
              <a:t>본 서비스는 자동 결제(빌링) 미운영 — 만료 시 동일 결제 흐름으로 수동 재결제 (재구독 페이지: /renew)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D0D0D"/>
                </a:solidFill>
                <a:latin typeface="Pretendard"/>
              </a:rPr>
              <a:t>• 매월 자동 결제 미운영. 매 월 만료일 전 사용자가 직접 재결제하는 구조.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D0D0D"/>
                </a:solidFill>
                <a:latin typeface="Pretendard"/>
              </a:rPr>
              <a:t>• 만료 D-1 카카오 친구톡으로 재구독 안내 발송 (https://roysbriefing.vercel.app/renew 링크 포함).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D0D0D"/>
                </a:solidFill>
                <a:latin typeface="Pretendard"/>
              </a:rPr>
              <a:t>• 재구독 페이지의 결제 흐름은 위 3~7단계와 100% 동일 (구독 모달 → 번호 확인 → PG사 결제창 → 카드사 인증 → 결제 완료).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D0D0D"/>
                </a:solidFill>
                <a:latin typeface="Pretendard"/>
              </a:rPr>
              <a:t>• 결제 1건당 30일 이용권 부여, 다음 결제 없이는 만료 후 자동 비활성화.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000" b="1">
                <a:solidFill>
                  <a:srgbClr val="18E299"/>
                </a:solidFill>
                <a:latin typeface="Pretendard"/>
              </a:rPr>
              <a:t>브리픽 · briefick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Pretendard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